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0615e7e544eef" /><Relationship Type="http://schemas.openxmlformats.org/officeDocument/2006/relationships/extended-properties" Target="/docProps/app.xml" Id="R67b50388f2634da0" /><Relationship Type="http://schemas.openxmlformats.org/officeDocument/2006/relationships/officeDocument" Target="/ppt/presentation.xml" Id="Rd7051088227d41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ec33ee22b49c4"/>
  </p:sldMasterIdLst>
  <p:notesMasterIdLst>
    <p:notesMasterId xmlns:r="http://schemas.openxmlformats.org/officeDocument/2006/relationships" r:id="R9a8b10595f7146f5"/>
  </p:notesMasterIdLst>
  <p:sldIdLst>
    <p:sldId xmlns:r="http://schemas.openxmlformats.org/officeDocument/2006/relationships" id="256" r:id="R221cf66030634c66"/>
    <p:sldId xmlns:r="http://schemas.openxmlformats.org/officeDocument/2006/relationships" id="257" r:id="Rd30df9c6ce3143a8"/>
    <p:sldId xmlns:r="http://schemas.openxmlformats.org/officeDocument/2006/relationships" id="258" r:id="Raa2158ceb0b0465a"/>
    <p:sldId xmlns:r="http://schemas.openxmlformats.org/officeDocument/2006/relationships" id="259" r:id="R15ebef2d6b16447a"/>
    <p:sldId xmlns:r="http://schemas.openxmlformats.org/officeDocument/2006/relationships" id="260" r:id="Rb0fb9d87b4894b96"/>
    <p:sldId xmlns:r="http://schemas.openxmlformats.org/officeDocument/2006/relationships" id="261" r:id="R0bef8c04a867473b"/>
    <p:sldId xmlns:r="http://schemas.openxmlformats.org/officeDocument/2006/relationships" id="262" r:id="R70aeea3a587c4ec1"/>
    <p:sldId xmlns:r="http://schemas.openxmlformats.org/officeDocument/2006/relationships" id="263" r:id="R9e243b5495c748ee"/>
    <p:sldId xmlns:r="http://schemas.openxmlformats.org/officeDocument/2006/relationships" id="264" r:id="Rb6ed65d8329248a0"/>
    <p:sldId xmlns:r="http://schemas.openxmlformats.org/officeDocument/2006/relationships" id="265" r:id="Rf41b863c41ea4a1a"/>
    <p:sldId xmlns:r="http://schemas.openxmlformats.org/officeDocument/2006/relationships" id="266" r:id="R26257a1b1e2445ba"/>
    <p:sldId xmlns:r="http://schemas.openxmlformats.org/officeDocument/2006/relationships" id="267" r:id="Rb2d88101bfed4c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807b9d70847c1" /><Relationship Type="http://schemas.openxmlformats.org/officeDocument/2006/relationships/slideMaster" Target="/ppt/slideMasters/slideMaster1.xml" Id="R114ec33ee22b49c4" /><Relationship Type="http://schemas.openxmlformats.org/officeDocument/2006/relationships/notesMaster" Target="/ppt/notesMasters/notesMaster1.xml" Id="R9a8b10595f7146f5" /><Relationship Type="http://schemas.openxmlformats.org/officeDocument/2006/relationships/presProps" Target="/ppt/presProps.xml" Id="Re43522f5b2444144" /><Relationship Type="http://schemas.openxmlformats.org/officeDocument/2006/relationships/tableStyles" Target="/ppt/tableStyles.xml" Id="R607f79711f0d46f6" /><Relationship Type="http://schemas.openxmlformats.org/officeDocument/2006/relationships/slide" Target="/ppt/slides/slide1.xml" Id="R221cf66030634c66" /><Relationship Type="http://schemas.openxmlformats.org/officeDocument/2006/relationships/slide" Target="/ppt/slides/slide2.xml" Id="Rd30df9c6ce3143a8" /><Relationship Type="http://schemas.openxmlformats.org/officeDocument/2006/relationships/slide" Target="/ppt/slides/slide3.xml" Id="Raa2158ceb0b0465a" /><Relationship Type="http://schemas.openxmlformats.org/officeDocument/2006/relationships/slide" Target="/ppt/slides/slide4.xml" Id="R15ebef2d6b16447a" /><Relationship Type="http://schemas.openxmlformats.org/officeDocument/2006/relationships/slide" Target="/ppt/slides/slide5.xml" Id="Rb0fb9d87b4894b96" /><Relationship Type="http://schemas.openxmlformats.org/officeDocument/2006/relationships/slide" Target="/ppt/slides/slide6.xml" Id="R0bef8c04a867473b" /><Relationship Type="http://schemas.openxmlformats.org/officeDocument/2006/relationships/slide" Target="/ppt/slides/slide7.xml" Id="R70aeea3a587c4ec1" /><Relationship Type="http://schemas.openxmlformats.org/officeDocument/2006/relationships/slide" Target="/ppt/slides/slide8.xml" Id="R9e243b5495c748ee" /><Relationship Type="http://schemas.openxmlformats.org/officeDocument/2006/relationships/slide" Target="/ppt/slides/slide9.xml" Id="Rb6ed65d8329248a0" /><Relationship Type="http://schemas.openxmlformats.org/officeDocument/2006/relationships/slide" Target="/ppt/slides/slide10.xml" Id="Rf41b863c41ea4a1a" /><Relationship Type="http://schemas.openxmlformats.org/officeDocument/2006/relationships/slide" Target="/ppt/slides/slide11.xml" Id="R26257a1b1e2445ba" /><Relationship Type="http://schemas.openxmlformats.org/officeDocument/2006/relationships/slide" Target="/ppt/slides/slide12.xml" Id="Rb2d88101bfed4c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685034d5ff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21a8615f0e407b" /><Relationship Type="http://schemas.openxmlformats.org/officeDocument/2006/relationships/notesMaster" Target="/ppt/notesMasters/notesMaster1.xml" Id="Rb759fe718b7b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c3b0bc55e64b5d" /><Relationship Type="http://schemas.openxmlformats.org/officeDocument/2006/relationships/notesMaster" Target="/ppt/notesMasters/notesMaster1.xml" Id="R1f279179292c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7cd8dec49547ab" /><Relationship Type="http://schemas.openxmlformats.org/officeDocument/2006/relationships/notesMaster" Target="/ppt/notesMasters/notesMaster1.xml" Id="Re5829a209ff644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f72c364b54344" /><Relationship Type="http://schemas.openxmlformats.org/officeDocument/2006/relationships/notesMaster" Target="/ppt/notesMasters/notesMaster1.xml" Id="Re7b31ebd2f3f4d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b2d0de11f4ec7" /><Relationship Type="http://schemas.openxmlformats.org/officeDocument/2006/relationships/notesMaster" Target="/ppt/notesMasters/notesMaster1.xml" Id="Rac4721b3189942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6c3eba45f345d7" /><Relationship Type="http://schemas.openxmlformats.org/officeDocument/2006/relationships/notesMaster" Target="/ppt/notesMasters/notesMaster1.xml" Id="R972cbd2150714c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845cd0231c428e" /><Relationship Type="http://schemas.openxmlformats.org/officeDocument/2006/relationships/notesMaster" Target="/ppt/notesMasters/notesMaster1.xml" Id="Re2b0e3cb2f4545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b976f74dcc4b99" /><Relationship Type="http://schemas.openxmlformats.org/officeDocument/2006/relationships/notesMaster" Target="/ppt/notesMasters/notesMaster1.xml" Id="Rdc21ec029c0b4b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e1576bf7174b23" /><Relationship Type="http://schemas.openxmlformats.org/officeDocument/2006/relationships/notesMaster" Target="/ppt/notesMasters/notesMaster1.xml" Id="Rf384261101ba4c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fa63874c0c4901" /><Relationship Type="http://schemas.openxmlformats.org/officeDocument/2006/relationships/notesMaster" Target="/ppt/notesMasters/notesMaster1.xml" Id="R8628a41e083543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70796dd46548c6" /><Relationship Type="http://schemas.openxmlformats.org/officeDocument/2006/relationships/notesMaster" Target="/ppt/notesMasters/notesMaster1.xml" Id="R219af1f68b5c45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d51c9838d42bb" /><Relationship Type="http://schemas.openxmlformats.org/officeDocument/2006/relationships/notesMaster" Target="/ppt/notesMasters/notesMaster1.xml" Id="Rcc3074ec9387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a3e8d4f7d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81eb79c6947b6" /><Relationship Type="http://schemas.openxmlformats.org/officeDocument/2006/relationships/slideLayout" Target="/ppt/slideLayouts/slideLayout1.xml" Id="Rdde0cbb7ba37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e0cbb7ba37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49c3dd5044037" /><Relationship Type="http://schemas.openxmlformats.org/officeDocument/2006/relationships/notesSlide" Target="/ppt/notesSlides/notesSlide1.xml" Id="Rca2361fe45f3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75438398d4ecd" /><Relationship Type="http://schemas.openxmlformats.org/officeDocument/2006/relationships/notesSlide" Target="/ppt/notesSlides/notesSlide2.xml" Id="Rde605e8cb7f7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c7ff39324494e" /><Relationship Type="http://schemas.openxmlformats.org/officeDocument/2006/relationships/notesSlide" Target="/ppt/notesSlides/notesSlide3.xml" Id="R8be120b3516f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10e0679714ec5" /><Relationship Type="http://schemas.openxmlformats.org/officeDocument/2006/relationships/notesSlide" Target="/ppt/notesSlides/notesSlide4.xml" Id="R5d2ff5e4356e47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f214ebaf24103" /><Relationship Type="http://schemas.openxmlformats.org/officeDocument/2006/relationships/notesSlide" Target="/ppt/notesSlides/notesSlide5.xml" Id="R4749b34eb05e4e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093818d594c14" /><Relationship Type="http://schemas.openxmlformats.org/officeDocument/2006/relationships/notesSlide" Target="/ppt/notesSlides/notesSlide6.xml" Id="Rf33916d4dc894d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f29ea11d44faa" /><Relationship Type="http://schemas.openxmlformats.org/officeDocument/2006/relationships/notesSlide" Target="/ppt/notesSlides/notesSlide7.xml" Id="R561b5c56f7ce4f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d93149b142f8" /><Relationship Type="http://schemas.openxmlformats.org/officeDocument/2006/relationships/notesSlide" Target="/ppt/notesSlides/notesSlide8.xml" Id="R5b6478ea6809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24ce075774e19" /><Relationship Type="http://schemas.openxmlformats.org/officeDocument/2006/relationships/notesSlide" Target="/ppt/notesSlides/notesSlide9.xml" Id="R13508b5efc094b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3c46249b544e4" /><Relationship Type="http://schemas.openxmlformats.org/officeDocument/2006/relationships/notesSlide" Target="/ppt/notesSlides/notesSlide10.xml" Id="Re7f55a547aed44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3e170b3c94b0a" /><Relationship Type="http://schemas.openxmlformats.org/officeDocument/2006/relationships/notesSlide" Target="/ppt/notesSlides/notesSlide11.xml" Id="Re085df04f94f48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57b20e9af4ec7" /><Relationship Type="http://schemas.openxmlformats.org/officeDocument/2006/relationships/notesSlide" Target="/ppt/notesSlides/notesSlide12.xml" Id="R8be6e71129b14b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C7C2C-9001-4216-8B81-87D5A65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LGWF Workflow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工具入口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376B-4C32-475F-AD9A-E2273703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用 Codex 发起、串联和维护 workflow 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2C12-7008-4A8C-B644-C551DDC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F7863-AE7A-4B28-A973-FF973E90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一个入口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24027-D30C-4D97-A0D7-2DA379E9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描述目标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确认范围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3D898-600E-4658-81A9-F0AF624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/lgwf-wf-tools init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54922-B763-4865-86F4-D0B07AF3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E665B-87B7-4882-A773-8F4EE90B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7821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98FBD-6C6A-47A3-B8DB-978B0E1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这套工具把 workflow 任务收进一个入口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EB66C-444A-4DCB-AD15-2266CF8E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用户不需要先理解内部结构，只需要说明要完成的工作。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18C76-2273-4644-8171-F939638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DDFFB-44F7-46B9-A0FD-FEF8E273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4138-3FA2-4558-97D0-7B6A3D9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创建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411C9-284A-4FC2-A97E-CDEE03F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从目标描述生成新的 workflow 初稿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20D9C-70FD-4557-AF9C-A4F296E0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598D8-76E1-456C-9BB9-D5923AA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6DFFE-4299-4EA6-BEC7-0B58FF7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定位失败并推进修复与验证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FE347-A83A-4889-8492-6D205D7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50C34-1674-4BBB-AD1C-B36E5CC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FF887-1EBB-463B-AEC9-783C65B5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启动已有 workflow 并跟进结果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EC624-194C-43EB-912F-B47037D3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861CF-2D19-49E7-A9A0-62A57C2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E71BA-7960-467F-84D9-8ECF97DF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为 workflow 生成 E2E 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59231-65FD-45DE-8040-6669DCB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7C98D-1E25-49F2-B31E-9E7F706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BAD29-326A-46A1-AD4A-27177C5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处理 prompt 修复和后续升级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29725-1652-47DD-8A1E-8F21DBE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1DD2F-44B7-432A-8772-0B3DB4D1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自优化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403A5-C920-4BB3-9653-960764B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沉淀问题、生成 proposal、做检查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F2A64-D197-470F-89D8-13226AA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126E9-F430-4DEE-A891-F0BB3ADA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0709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285262-C408-4801-8740-36363092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用户只需要记住 lgwf-wf-tools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72B89-B81F-4098-9A09-5018333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它是发起 LGWF workflow 任务的常用入口。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33519-2B17-438C-844C-8EBF05C0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02F58-E1AC-4828-B39F-98E2995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你描述目标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66D20-67D4-4D5B-9260-CBF3433C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例如创建、修复、运行、生成测试或做发布前检查。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E4472-49BC-4260-BEC6-1FBEC0C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E0C8A-9964-478B-BB55-FD7C2AA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BC589-2125-46D4-A3B4-3F1D8E9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lgwf-wf-tools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BB829-E078-4B4A-A020-110F82C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选择合适流程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请求必要确认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交付可检查结果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18888-89A9-4D09-83BC-BB49664C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8017D-20CD-4E37-8C7A-272AD439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你确认和验收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02AE1-8FFA-425D-83FF-754639CA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工具执行过程中保留确认点，结果可继续修订。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A1A6A-D3DD-49AF-A264-D884C682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84FBE-78C6-4DDB-95C7-BF473EDB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3310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C5D43E-6220-4F3E-8678-35DA0DB3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第一次使用只需要三步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302D2-1824-4028-9284-38A6082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初始化完成后，就可以用命令或自然语言发起任务。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A40BB-05D7-4F13-8DD7-D95041A8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66630-81E2-4C90-BA4F-31AC02C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F5AD4-07FA-42DA-8144-88FD7219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安装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F0A15-0BF9-4FBE-9EDE-800AD2EC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把 lgwf-wf-tools 安装为 Codex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4A40C-2C36-4520-BB96-21446732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0F191-850C-4DDA-B13C-B4E2BA4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C96A4-5C7F-4AB1-AC2E-3DDFA0A5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打开新 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CE902-AA8A-4861-BEF5-E4C3D72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让 Codex 重新加载可用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67A99-FB69-42D0-AAAD-FFF401CD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EF216-884A-4568-90B8-1E2A35D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0F85F-A7FD-448B-A2BD-76DF327C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执行初始化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C2FC7-563A-48D9-B242-B526F95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输入 /lgwf-wf-tools init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B1842-5275-4CDF-92AD-CCD0220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F3565-DAC3-49B7-9526-7FAB7C2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/lgwf-wf-tools init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3ED4D-4927-436D-8BEF-282F12C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850CE-54BD-4F54-9B37-5F3A8BC2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9381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5CF3A-2DA9-489B-88D6-8BFECDF0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日常任务可以用命令，也可以直接说目标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25691-F8A8-4F67-A892-4BA4A74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命令适合明确动作，自然语言适合描述业务意图。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5EF43-3DF7-4783-AB1C-26161A3F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87552-D3D2-4306-B559-DED3A97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3426B-4CAC-4C20-905C-3A55844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常用命令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86A80-CE91-4F1E-8260-D202589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99A2F-A0E1-48DE-BF57-498BEFD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EAD42-F26C-4662-87C8-B051973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B838E-E744-4E7E-863D-EB74E754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F389E-18E6-458D-86C9-1BF480BB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E8746-3622-4E60-9036-FB251BE9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2DE23-6EA7-4587-953C-D09568D9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FDE9C-EF04-47C6-B9B0-72795CD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run &lt;path&gt;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C9181-DF0C-4F4B-830D-04D7D04F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40C54-8DF1-4D04-BC7B-F0733429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self-improve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A63CA-A5B3-442B-955C-1BBCB0A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CB3CE-D3E4-4925-809C-F9C76A41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C9BE0-FCDB-46D6-B948-6061088E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自然语言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E9B8D-0744-443E-A4B1-AF29E583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CFFED-6EBB-4FCB-B34A-E4CC0B2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帮我创建一个新的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C8A88-6A90-4A56-823E-CD0DA02E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44BE0-D165-4E93-97ED-74E34EF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D09D7-2CA5-4A00-BE80-E0CB00D8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1432B-3CAE-4282-9960-933457E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CEE051-085C-41EF-B513-5EE27AFC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CC2A1-A47E-4E4E-A007-AF1DEB22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帮我做一次发布前检查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1949B-1644-415D-A893-0098E497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769CD-BD1D-41ED-9C2E-B404D746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3984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203F5C-86CE-47D2-A87D-8C247D42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标准流程是目标、确认、执行和修订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E743A-38A7-4966-91DA-37BBCD85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工具会把开放式请求收束成可确认、可交付的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18B9-9B46-4997-970C-D6BF27DF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AB036-BD36-41E5-9753-96748A8A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B2409-7158-4AB6-9D65-19F8B0C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提出目标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A33BB-ECCB-49D7-BCF3-8C20A595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FD73E-4340-4B61-9357-4733E03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92E3C-3A0F-4B72-B7F7-80FB8ED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识别任务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A5A9C-27AC-4C04-AF1A-FD03F0F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15ED3-9D1E-442A-94AB-5B7884D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23329-44D9-4961-B2BB-95998AC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确认范围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444A3-A0D2-4BA9-B511-E8C8990F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B5FF6-2769-4314-9BC1-031435E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729DD-91EA-436B-8E3C-4812A7C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执行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B21B6-B8EC-4173-AB46-F4D0AD80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A470C-ACA8-408B-82E3-C3C61FD8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E6B57-761D-4D35-AF21-D305D2C7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18F45-4BA2-4FB1-8D83-B6393F0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B4542-C0B9-494C-9D12-4C6E2839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E2E55-C9ED-4B0F-BC35-6225BFB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继续修订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2554B-3ABB-4E76-B5F3-1225A00F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确认点是关键：用户保留对目标、范围和方案的控制，工具负责推进重复和复杂的执行环节。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B18B0-9434-4C76-BF01-FC5B1A0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83713-04CB-4977-AEE4-83518642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1244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1D2A4-DAF3-413E-8D52-35F8BFE4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先判断任务复杂度，再选择执行方式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22FD-CA39-4964-A9EC-8CE60013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CODEX、ReAct 和 Agent loop 的差异在于控制强度和可验证性。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0607D-1D33-455B-941A-C31D7DB1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88089-DB33-4B67-8E12-23A1E5FE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6E056-2049-4131-9764-4B19082D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17CDC-768E-4CC7-A3FC-C7D463B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B1BF6-7AC9-4FEB-B246-F11D3DC1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一次性执行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5DF17-5683-4880-9BF1-3BFE3DB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适合：简单生成、摘要、改写、轻量分析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B3727-6D2B-48A6-8076-A6F27864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选择信号：结果可直接人工看，或失败成本很低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BC2BB-9100-4DE8-8391-4BC8F8D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C616B-F02C-45B9-854B-E2B5AB67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144DC-7165-4D2D-9903-C4238FEA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按 spec 闭环执行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D4E76-BFD0-4900-8977-5EECAE5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适合：单个分析产物、规范化报告、结构化产物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5D244-D464-463C-8F0B-CDE6B013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 reason、act、observe、decide 提升规范遵循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8616-32D9-4D62-8F8B-15519B5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7008D-579F-4AA5-8AEB-19EC951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Agent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175A4-5EF9-4A91-8E4E-AFAB630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节点内工程闭环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A6366-2034-4202-9022-570C481F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适合：同一分析任务需要诊断、计划、执行、观察和验证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2AFF6-1368-42B2-BDD0-2D0E7D24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 loop 状态、artifact、verify 和人工等待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7E8EC-1696-40F1-AB42-EF218C1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27D8C-001A-4B81-85C0-16454D7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1079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437DB-AFB4-4D8C-BC0F-516D7B10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ReAct 示例：按规范生成股票分析报告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1C253-1323-47D5-A7DA-BD927C83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a_share_decliners_3d_react 在 stock_1 分析阶段使用 ReAct。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AAF37-645F-4D54-B746-8B67960C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18A59-47DA-4A25-9BF8-A8D7F9A8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3BDFE-6B77-4EB6-AB44-58E77AD5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1A91D-8481-40C3-B979-76638FD2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同一个分析产物有明确输出规范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859AD-ED9A-4DFC-A067-0D61D0A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54D09-453B-4D46-A1C0-DDD59953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REASON、ACT、OBSERVE 可共用一个 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9E621-C988-420B-B8AE-F6C38C23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2CEEF-37C6-474B-97CC-14AF9E2B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reason 先形成分析策略和关注点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EA6D4-1445-433C-B051-427B3843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108BA-6EC8-4891-AEFE-07EC3F5D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act 生成或修订 analysis.md 等产物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89017-B365-43E8-86DB-A155D46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0606B-41A0-4E7D-9453-4F4AAE3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observe 审阅，decide 控制继续或退出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0090A-86B1-4770-B739-68284378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这个例子里，ReAct 的目标不是诊断系统故障，而是让 Codex 围绕股票分析规范反复生成、审阅和修订报告。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F860F-395D-42D9-832A-E4BBC5D3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54F12-8773-4FB2-87F5-60DDA3E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75297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CONTEXT_SET stock_1_inputs {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workspace file "data/stock_1.json";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workspace file "data/top_decliners.md";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REACT analyze_stock_1 MAX 3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SPEC "02_reason/agents/stock_analysis_spec.md"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REASON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"02_reason/agents/prompt.md"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stock_1_inputs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state.analysis.stock_1.reason_result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ACT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"03_act/agents/prompt.md"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workspace dir "reports/stock_1"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state.analysis.stock_1.act_result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OBSERVE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"04_observe/agents/prompt.md"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workspace dir "reports/stock_1"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state.analysis.stock_1.review_result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DECIDE 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SCRIPT "05_decide/scripts/decide.py"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state.analysis.stock_1.decide_result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UPDATES_STATE;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E4EF3-2B12-485E-8824-18CC292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AFF76-414F-4E0D-AA12-3FA1D0BC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0550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D842A-66B3-4C8A-AFAD-E4D0C549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Agent loop 示例：同一分析任务按六段闭环推进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0C7E1-27BB-448E-BFE9-BA4623F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a_share_decliners_3d_agent_loop 在 stock_1 分析阶段使用 AGENT_LOOP。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6D65F-AC62-4992-9C0C-CEF628D8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FDCC0-F109-410A-BDB3-8DC0BC18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32B6-2280-4FB2-BE5C-7C4BE969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1954B-90EF-4BF9-8ADA-2960E60D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同一个节点需要完整的工程闭环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EBAC9-9630-4A7B-8665-892FB9F3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FE172-5BBC-4A4D-A2CB-823A61EF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diagnose 和 plan 要显式拆开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F902-592F-4555-8498-E6CCE9DD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71787-C738-4C8C-A753-4243BE13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verify 是独立 slot，不只靠 observe 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4DB7F-73AD-4E28-A6F7-C14E3EAF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CB66F-6284-48F3-BD63-E590760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loop 需要 artifact、status、report 和人工等待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F0DAC-93D8-4F74-9E6D-F4B9BF69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这个例子和 ReAct 版做同类股票分析，但把分析过程表达为 diagnose、plan、act、observe、verify、decide 六个明确 slot。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8A448-9985-42DB-BFB5-87495B85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095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E2789-A815-4B7A-801D-662EDE76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52975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AGENT_LOOP analyze_stock_1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MAX_ITERATIONS 2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ARTIFACTS ".lgwf/loops/analyze_stock_1"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STATUS state.agent_loop.analyze_stock_1.status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REPORT state.agent_loop.analyze_stock_1.report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ON_MAX wait_human ON_ERROR wait_human {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DIAGNOSE CODEX diagnose_stock_1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"02_reason/agents/prompt.md"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state.agent_loop.analyze_stock_1.current.diagnosis;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PLAN CODEX plan_stock_1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"02_reason/agents/prompt.md"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state.agent_loop.analyze_stock_1.current.plan;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ACT CODEX act_stock_1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"03_act/agents/prompt.md"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state.agent_loop.analyze_stock_1.current.action;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OBSERVE CODEX observe_stock_1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"04_observe/agents/prompt.md"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state.agent_loop.analyze_stock_1.current.observation;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VERIFY PY verify_stock_1_loop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"06_verify/scripts/agent_loop_verify.py"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state.agent_loop.analyze_stock_1.current.verification;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DECIDE PY decide_stock_1_loop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"05_decide/scripts/agent_loop_decide.py"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state.agent_loop.analyze_stock_1.current.decision;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};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BF038-592D-485D-887D-6558E890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5B836-DD25-4D58-B058-3C997156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26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CF3FA-4FB0-42C1-AEDA-712397EE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RUN_WORKFLOW 和 HANDOFF 是两种不同桥接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E83DA-E8A9-4D16-A515-34196CB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一个自动执行下游 workflow，一个把下一步交给用户确认。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F2F92-D2BA-40DF-9208-8CE51036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A628-F3D7-4933-A3F5-9DD63542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F5BE6-3FD0-4199-BF00-DA730E02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RUN_WORKFLOW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AF948-EFE5-4D87-BC15-DD25AB08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用于自动调用独立 child workflow。父 workflow 准备输入、等待 child 完成、消费结果。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742EB-2E90-473E-8694-F0023333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适合：上下游都是稳定 workflow，当前流程可以直接继续执行。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4851A-EF45-466D-AAF1-637C113C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E7415-A06B-4EEB-9557-C8949D9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RUN_WORKFLOW wf_create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WORKFLOW "workflows/wf-create/wf/workflow.lgwf"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WORK_DIR "workflows/wf-create/ws"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INPUT state.convert.create_input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state.convert.create_result;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C642A-7747-4FDB-9019-154E1F3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0DBC2-F1E2-4E69-A0E7-2D9AAB8E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98B1D-D599-4C71-BD19-F4E532F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8FA88-8B27-40D6-9FF3-60C3FD30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用于把上下文和建议动作交给主 agent 或用户。它暴露 pending action，不自动继续跑。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44609-7917-4403-9CDD-3831EBF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适合：下游动作需要用户确认，或只是建议进入下一条 workflow。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D653D-BF00-4741-92AB-0CC1552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CE83D-45C3-4ECB-BD73-EBF9C26B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HANDOFF handoff_wf_post_fix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CONTEXT state.create.post_fix_payload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PROMPT "handoff_wf_post_fix.md"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state.create.post_fix_handoff;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0C5D4-9727-4B9F-AECB-102FE929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09FD6-C713-485A-893F-AC4311C9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1789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A8044-B647-4D98-8C60-E3D10D28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常见任务可以直接这样说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E5898-9704-4202-B42A-75B44A83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用户话术比内部术语更重要。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E1208-8A1B-4CF1-B7F4-B2738157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2FE47-6134-454A-B079-01462E09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创建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500FD-C3F9-4959-9EDC-95C66C95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AE401-D06D-45A2-AA10-D6E936A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我想创建一个新的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0F39C-816C-4359-89E4-DDF1D87D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03210-D45C-4D3E-B4D8-9C48E7C2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638D1-4B43-4E75-AED7-75194BD7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05C14-D4E3-483A-80FF-66D8C35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EBA33-63F5-444E-B94A-34067C27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串联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FCF66-D984-492B-A915-936947D2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36096-6675-4C8C-98A0-EB525E3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2558B-3E37-4580-B56A-E4EEDB86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后处理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5CB41-A6C2-4880-B806-07D5373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384DF-AB8C-42E8-A55A-E554D2B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D27EC-C4EF-4E3D-AFCA-4ED084B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 post-fix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C0AA8-A147-45DF-8CC3-9CD85B9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自优化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EB808-2324-434A-BC61-31A15A29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28507-3E86-4385-85D2-D9E94713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815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 self-improve 并生成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8355B-E718-4DBB-80F0-97404F05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66BD3-8EAD-4ED0-9298-1623CB0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6870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860BD-92B5-4D53-8665-3B725C3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73D75-9EC2-4E90-9D8D-3D3196A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先初始化，再用自然语言发起第一个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5C054-9173-4D83-9AE4-8783104C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B3F5D-E387-4C3D-93F7-6DA76491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/lgwf-wf-tools init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8FBC3-BBEC-4781-A337-0709275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0C17B-4FFE-4DDF-AA38-FCEB7927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使用边界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5578D-D5E8-4B29-8511-9319C5F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3FD66-ACBF-4370-8576-05AAE93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不需要手动接触底层命令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E0B7D-219B-41DF-B19E-2F7BA663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6375B-CB61-413F-B03F-942D49FF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不需要先理解内部目录结构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A6B05-97A7-472C-87B0-67F5E780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6A713-1B05-485C-BBEF-BC223A2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需要维护时再进入 README、AGENTS、docs、tests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A6E79-8418-4240-A345-22418D6B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记住一句话：workflow 相关任务，先从 lgwf-wf-tools 入口进入。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0FA0A-75DB-450C-9C86-5E88A6E3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3AC1A-3120-46E8-8F58-6F393C64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0326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2026-07-04T02:48:20.7530000Z</dcterms:created>
  <dcterms:modified xsi:type="dcterms:W3CDTF">2026-07-04T02:48:20.7530000Z</dcterms:modified>
</coreProperties>
</file>