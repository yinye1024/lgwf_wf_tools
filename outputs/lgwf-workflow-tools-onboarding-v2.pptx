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1305772594dd0" /><Relationship Type="http://schemas.openxmlformats.org/officeDocument/2006/relationships/extended-properties" Target="/docProps/app.xml" Id="R2c70e082155041fa" /><Relationship Type="http://schemas.openxmlformats.org/officeDocument/2006/relationships/officeDocument" Target="/ppt/presentation.xml" Id="Rc15857d6a3e641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36fc1c9a9142fa"/>
  </p:sldMasterIdLst>
  <p:notesMasterIdLst>
    <p:notesMasterId xmlns:r="http://schemas.openxmlformats.org/officeDocument/2006/relationships" r:id="R724713fa70d840e2"/>
  </p:notesMasterIdLst>
  <p:sldIdLst>
    <p:sldId xmlns:r="http://schemas.openxmlformats.org/officeDocument/2006/relationships" id="256" r:id="R4014c80752534374"/>
    <p:sldId xmlns:r="http://schemas.openxmlformats.org/officeDocument/2006/relationships" id="257" r:id="R988bddd0a3a74c46"/>
    <p:sldId xmlns:r="http://schemas.openxmlformats.org/officeDocument/2006/relationships" id="258" r:id="R072ecc28ede4475e"/>
    <p:sldId xmlns:r="http://schemas.openxmlformats.org/officeDocument/2006/relationships" id="259" r:id="R31da921505a345b2"/>
    <p:sldId xmlns:r="http://schemas.openxmlformats.org/officeDocument/2006/relationships" id="260" r:id="R48d9f022268e43e4"/>
    <p:sldId xmlns:r="http://schemas.openxmlformats.org/officeDocument/2006/relationships" id="261" r:id="R8e8508b803bc44c9"/>
    <p:sldId xmlns:r="http://schemas.openxmlformats.org/officeDocument/2006/relationships" id="262" r:id="Rd3b4909a7d1e4861"/>
    <p:sldId xmlns:r="http://schemas.openxmlformats.org/officeDocument/2006/relationships" id="263" r:id="R3971311006b94f08"/>
    <p:sldId xmlns:r="http://schemas.openxmlformats.org/officeDocument/2006/relationships" id="264" r:id="Ra4f5417b0f1a4e97"/>
    <p:sldId xmlns:r="http://schemas.openxmlformats.org/officeDocument/2006/relationships" id="265" r:id="R1144f77b18554e3d"/>
    <p:sldId xmlns:r="http://schemas.openxmlformats.org/officeDocument/2006/relationships" id="266" r:id="Rff4514f6ad954ef2"/>
    <p:sldId xmlns:r="http://schemas.openxmlformats.org/officeDocument/2006/relationships" id="267" r:id="Rbcd3f0d4640545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711c04963041d9" /><Relationship Type="http://schemas.openxmlformats.org/officeDocument/2006/relationships/slideMaster" Target="/ppt/slideMasters/slideMaster1.xml" Id="Rfa36fc1c9a9142fa" /><Relationship Type="http://schemas.openxmlformats.org/officeDocument/2006/relationships/notesMaster" Target="/ppt/notesMasters/notesMaster1.xml" Id="R724713fa70d840e2" /><Relationship Type="http://schemas.openxmlformats.org/officeDocument/2006/relationships/presProps" Target="/ppt/presProps.xml" Id="Rbfa38e9c5f8a4667" /><Relationship Type="http://schemas.openxmlformats.org/officeDocument/2006/relationships/tableStyles" Target="/ppt/tableStyles.xml" Id="R06fda9f83a5f45c4" /><Relationship Type="http://schemas.openxmlformats.org/officeDocument/2006/relationships/slide" Target="/ppt/slides/slide1.xml" Id="R4014c80752534374" /><Relationship Type="http://schemas.openxmlformats.org/officeDocument/2006/relationships/slide" Target="/ppt/slides/slide2.xml" Id="R988bddd0a3a74c46" /><Relationship Type="http://schemas.openxmlformats.org/officeDocument/2006/relationships/slide" Target="/ppt/slides/slide3.xml" Id="R072ecc28ede4475e" /><Relationship Type="http://schemas.openxmlformats.org/officeDocument/2006/relationships/slide" Target="/ppt/slides/slide4.xml" Id="R31da921505a345b2" /><Relationship Type="http://schemas.openxmlformats.org/officeDocument/2006/relationships/slide" Target="/ppt/slides/slide5.xml" Id="R48d9f022268e43e4" /><Relationship Type="http://schemas.openxmlformats.org/officeDocument/2006/relationships/slide" Target="/ppt/slides/slide6.xml" Id="R8e8508b803bc44c9" /><Relationship Type="http://schemas.openxmlformats.org/officeDocument/2006/relationships/slide" Target="/ppt/slides/slide7.xml" Id="Rd3b4909a7d1e4861" /><Relationship Type="http://schemas.openxmlformats.org/officeDocument/2006/relationships/slide" Target="/ppt/slides/slide8.xml" Id="R3971311006b94f08" /><Relationship Type="http://schemas.openxmlformats.org/officeDocument/2006/relationships/slide" Target="/ppt/slides/slide9.xml" Id="Ra4f5417b0f1a4e97" /><Relationship Type="http://schemas.openxmlformats.org/officeDocument/2006/relationships/slide" Target="/ppt/slides/slide10.xml" Id="R1144f77b18554e3d" /><Relationship Type="http://schemas.openxmlformats.org/officeDocument/2006/relationships/slide" Target="/ppt/slides/slide11.xml" Id="Rff4514f6ad954ef2" /><Relationship Type="http://schemas.openxmlformats.org/officeDocument/2006/relationships/slide" Target="/ppt/slides/slide12.xml" Id="Rbcd3f0d4640545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d3758ac8264d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5e39f5ece148da" /><Relationship Type="http://schemas.openxmlformats.org/officeDocument/2006/relationships/notesMaster" Target="/ppt/notesMasters/notesMaster1.xml" Id="R10d67de678cf4f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ff2c6a934b4800" /><Relationship Type="http://schemas.openxmlformats.org/officeDocument/2006/relationships/notesMaster" Target="/ppt/notesMasters/notesMaster1.xml" Id="R169689c5ee8f43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361c077f5845ee" /><Relationship Type="http://schemas.openxmlformats.org/officeDocument/2006/relationships/notesMaster" Target="/ppt/notesMasters/notesMaster1.xml" Id="R0f482060c8ef4d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ab7fead3294784" /><Relationship Type="http://schemas.openxmlformats.org/officeDocument/2006/relationships/notesMaster" Target="/ppt/notesMasters/notesMaster1.xml" Id="R9d2247f28c6844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84ee0328514c27" /><Relationship Type="http://schemas.openxmlformats.org/officeDocument/2006/relationships/notesMaster" Target="/ppt/notesMasters/notesMaster1.xml" Id="R141e874fd97345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ce61a138614f09" /><Relationship Type="http://schemas.openxmlformats.org/officeDocument/2006/relationships/notesMaster" Target="/ppt/notesMasters/notesMaster1.xml" Id="R893a6fe84e974f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254fe4bf164f6d" /><Relationship Type="http://schemas.openxmlformats.org/officeDocument/2006/relationships/notesMaster" Target="/ppt/notesMasters/notesMaster1.xml" Id="R3683797c6d194d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6a5721490145f8" /><Relationship Type="http://schemas.openxmlformats.org/officeDocument/2006/relationships/notesMaster" Target="/ppt/notesMasters/notesMaster1.xml" Id="R946356d5b0ca42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18a80ba1544c63" /><Relationship Type="http://schemas.openxmlformats.org/officeDocument/2006/relationships/notesMaster" Target="/ppt/notesMasters/notesMaster1.xml" Id="Rca890d7a05774e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bdfe243ecc44ce" /><Relationship Type="http://schemas.openxmlformats.org/officeDocument/2006/relationships/notesMaster" Target="/ppt/notesMasters/notesMaster1.xml" Id="Rb7ebae37f28442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103b73f06b43d4" /><Relationship Type="http://schemas.openxmlformats.org/officeDocument/2006/relationships/notesMaster" Target="/ppt/notesMasters/notesMaster1.xml" Id="Rd6e7253bd9ae49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d6d33734cd4f73" /><Relationship Type="http://schemas.openxmlformats.org/officeDocument/2006/relationships/notesMaster" Target="/ppt/notesMasters/notesMaster1.xml" Id="R4bb74e7758e74b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1f6714ac447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20d53b5a504c47" /><Relationship Type="http://schemas.openxmlformats.org/officeDocument/2006/relationships/slideLayout" Target="/ppt/slideLayouts/slideLayout1.xml" Id="R5aee6e10537c41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ee6e10537c41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db4f27b2f4114" /><Relationship Type="http://schemas.openxmlformats.org/officeDocument/2006/relationships/notesSlide" Target="/ppt/notesSlides/notesSlide1.xml" Id="R3333e371b12644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50e191fd14a53" /><Relationship Type="http://schemas.openxmlformats.org/officeDocument/2006/relationships/notesSlide" Target="/ppt/notesSlides/notesSlide2.xml" Id="R22047817bc1648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513d1afe240a1" /><Relationship Type="http://schemas.openxmlformats.org/officeDocument/2006/relationships/notesSlide" Target="/ppt/notesSlides/notesSlide3.xml" Id="R7dc9546e287346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b9eff22e54eef" /><Relationship Type="http://schemas.openxmlformats.org/officeDocument/2006/relationships/notesSlide" Target="/ppt/notesSlides/notesSlide4.xml" Id="Rd3d241fdbd8e4b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0a0f86dac4df7" /><Relationship Type="http://schemas.openxmlformats.org/officeDocument/2006/relationships/notesSlide" Target="/ppt/notesSlides/notesSlide5.xml" Id="R12a0f47f151f45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cd660be8b46ed" /><Relationship Type="http://schemas.openxmlformats.org/officeDocument/2006/relationships/notesSlide" Target="/ppt/notesSlides/notesSlide6.xml" Id="R95b4117d696b4c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79c1da4a14e30" /><Relationship Type="http://schemas.openxmlformats.org/officeDocument/2006/relationships/notesSlide" Target="/ppt/notesSlides/notesSlide7.xml" Id="R025cad51ce0242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7c4ebb15c427d" /><Relationship Type="http://schemas.openxmlformats.org/officeDocument/2006/relationships/notesSlide" Target="/ppt/notesSlides/notesSlide8.xml" Id="Rd3299912823543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30a587e0745fb" /><Relationship Type="http://schemas.openxmlformats.org/officeDocument/2006/relationships/notesSlide" Target="/ppt/notesSlides/notesSlide9.xml" Id="R5aae3139f77348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a1c8d76504c09" /><Relationship Type="http://schemas.openxmlformats.org/officeDocument/2006/relationships/notesSlide" Target="/ppt/notesSlides/notesSlide10.xml" Id="R03bd849c4c714d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8439d5b784ed0" /><Relationship Type="http://schemas.openxmlformats.org/officeDocument/2006/relationships/notesSlide" Target="/ppt/notesSlides/notesSlide11.xml" Id="R31adc4d857ae45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a275dfa0d4d3a" /><Relationship Type="http://schemas.openxmlformats.org/officeDocument/2006/relationships/notesSlide" Target="/ppt/notesSlides/notesSlide12.xml" Id="R42e51017b7ad49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AC8602-90CE-478E-A201-9A5B4655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LGWF Workflow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工具入口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25FAB-39F1-4B41-AFDC-CEFA79AB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用 Codex 发起、串联和维护 workflow 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F248B-BC39-4F43-B1D4-372ABDB4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32751-1298-4D15-A66E-2D0E8919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一个入口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4B4BE-3583-425B-9F5A-33862148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描述目标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确认范围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查看结果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3788D-5914-46EE-A114-2FF6CC8C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/lgwf-wf-tools init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C0E80-7D86-4E8D-A338-3A7DB4F2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0284B-7EBB-43F5-9C33-4B9D1906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2010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43709-DD3F-4EF4-9A35-5D0A53E3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这套工具把 workflow 任务收进一个入口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90E52-46C0-466A-8562-0A789EBE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用户不需要先理解内部结构，只需要说明要完成的工作。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C82DE-12F8-4BFE-BC36-0F6F6C51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6CBDF-8396-4F5F-9E61-F404C845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1DDC6-05B9-411C-817C-EE403AA5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创建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F4B44-F8F8-4480-B7D0-657F663B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从目标描述生成新的 workflow 初稿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5DF35-F0C7-4E50-A5C1-36E67F39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193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FC174-BE73-4993-B6CD-B4A195B8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修复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2847C-FA5E-4ED5-AF5A-FE398D72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定位失败并推进修复与验证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8B10E-5821-4A1C-BE2E-A0E4E8A0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CBDF6-A29C-4B7A-A7C3-C8A5097F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B2917-5D76-4BD8-B6FE-31036D33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启动已有 workflow 并跟进结果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05A64-1D4F-4196-B640-306DFF07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A9935-E528-4F0A-98DD-4F00320F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7DC5B-2E5B-4C22-9A8B-EE8A303B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为 workflow 生成 E2E 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0567C-4B74-4899-8128-8A616602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56AE6-EA97-4AB6-80F6-F3B30B51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升级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814D6-9E6E-4D3E-8CCD-6B5697C9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0060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处理 prompt 修复和后续升级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AD211-0F5D-48FE-8A4B-6B911C12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385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EE26B-C16C-4A81-AAF2-7F57A595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自优化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3819E-A639-47E8-A84C-305D9BB1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0060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沉淀问题、生成 proposal、做检查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35DC1-E309-4310-B983-48844996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54416-8BBA-47D1-9BD5-0613337F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6818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E93E7D-E13B-4817-9A2B-018DBAB2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用户只需要记住 lgwf-wf-tools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5C670-083C-4109-951E-16945227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它是发起 LGWF workflow 任务的常用入口。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D533F-C913-4456-BEBC-91FD5B48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11B3F-047B-4137-A821-B5F13563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你描述目标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E09DC-D109-488D-B753-AF95495A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例如创建、修复、运行、生成测试或做发布前检查。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2B5F3-B089-4C46-B5B4-E46B5541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1066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7CF24-3FCE-4D2B-8BA9-2F409739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B60D7-47B7-4FBF-A8D5-607DD669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lgwf-wf-tools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9E432-29A1-4EF2-9CB8-1C986415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选择合适流程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请求必要确认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交付可检查结果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84918-6BA9-46EB-A5CA-B4B3B5DA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1066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B0459-ED94-4943-939C-E9F500FD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你确认和验收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38D0A-ACF2-4671-91F7-1F399575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工具执行过程中保留确认点，结果可继续修订。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9FC73-9429-41CE-BE0A-2C459FB8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4F389-9E21-44FF-8CDA-DA3A0B42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9274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7587E0-D9EA-4BDA-9678-98551B53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第一次使用只需要三步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0B163-1E0D-427B-9B96-E2039C6E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初始化完成后，就可以用命令或自然语言发起任务。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B93C7-4B78-481A-A8A7-5F1F0A3E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F1373-A413-4824-8A35-A3848F05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8268F-9069-40DB-BBDB-A8163069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安装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133DA-5CCA-4DD3-9587-6808EA1C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把 lgwf-wf-tools 安装为 Codex skill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653AA-0B9E-4770-8D0D-4DFB25F6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2CA71-80A9-46B6-B803-B67C4543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AB9DC-E68E-4EA1-A63C-F7E5C510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打开新 thread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465DC-F6B9-4E81-B070-4BFEC01A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让 Codex 重新加载可用 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E6B27-925D-44BF-AE16-4BDF1132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53B90-C9EC-41AF-B93F-5EF2ED05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77284-2704-4AB2-BAE1-516C2E26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执行初始化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B3E96-2257-491A-8BD6-AFFB9653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输入 /lgwf-wf-tools init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9D00C-C42F-4AF9-8C98-FEB4E421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22960-33AD-4B9D-9C72-EEA5158F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/lgwf-wf-tools init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5FC4E-57B7-45FD-9B3C-D710D1AD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72FAC-E6C0-4714-9A6D-1A716762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27902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F3B101-1C78-40D3-8E3D-C413471A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日常任务可以用命令，也可以直接说目标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DD7D4-E332-4098-AA03-42D9A7BD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命令适合明确动作，自然语言适合描述业务意图。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C981D-2286-47E8-8D71-CBC017EE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D72B8-4B97-43A7-B015-3606BDC8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D32B9-FA9D-4F43-A13D-F33782B8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常用命令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3ABFD-438F-473F-ACA7-ACFABFCA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21C27-82D6-453A-AE38-6DFAD476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help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19C72-5AEF-4B8B-B13F-B528EB22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42ED0-50BE-4CF6-AA6E-5E6CCDDE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528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doctor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C598D-92AC-4985-AC1B-9B3A5AB5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8AF49-8093-4059-88B2-16D1C6EA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528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A1C9D-1FE1-412E-BAA4-B473455E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460A7-F507-4471-BA36-8C9B76B6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529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run &lt;path&gt;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E2431-BD45-4305-8E2D-10953A90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AF3CF-34FA-474D-AA9D-7FC0A081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529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self-improve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ADA9C-A8C0-4A49-A420-ABF240C8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6FABC-5AC4-4712-B3E2-E116DF9D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5E493-ED7E-4366-B2EE-F16C215C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自然语言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054B7-E579-4800-8FF2-3982D0F9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37D5D-89D7-4A79-AAA9-E53DFF8C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289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帮我创建一个新的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D88C2-FB46-4FFB-8BC2-BBE8DDDA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F435E-4767-432B-8156-74EF9577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这个 workflow 跑失败了，帮我修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36E0F-A15D-4098-B7A5-BC84B388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1D3787-A43E-4EA1-92AE-A73DF5AE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修完后帮我生成 E2E 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76048-6DFE-4881-83A1-87BDFC6D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C55067-D32F-498F-8634-53D796F0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帮我做一次发布前检查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D5D2B2-DE75-44B3-BDFA-801D2A6B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0614D9-5E6B-43EF-AE89-FF55A600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787732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B4C74C-9D3F-4C39-B1FD-60AD405D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标准流程是目标、确认、执行和修订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2243A-3BA4-4237-9AB1-453BB54F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工具会把开放式请求收束成可确认、可交付的 workflow 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9B2B6-651C-4C43-A7CD-DEA7C6DB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B3798-2895-4F1A-9DA3-20BDDA99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5B772-0F63-43A8-A3FF-D43E5E97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提出目标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2FB60-B2CF-4280-A9C8-816E9452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63D04-C81C-4E8D-ACB7-3DF61521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7E73C-70FC-41E6-8B10-70C3BBB0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识别任务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9247B-BBC6-4961-A993-E5FA0E0D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F728F-1438-4516-87CD-66170CB3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CBDC6-5D8C-4323-8DA9-0618C34A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确认范围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AEA89-4424-4146-86F8-639A3095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FC296-1558-4508-91E4-E53F586E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F207D-D95B-4013-8A7A-3919270D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执行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8BC3A-E79E-494E-A9A7-F6FA45BB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44A16-3578-40D7-B6A2-AFAF81C9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30354-8B15-4BE9-9B26-B45A05DB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查看结果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9B602-0106-46BF-894C-96A6F56F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1FF7-A6A5-46AE-BBBC-8768C414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FCFF9-24D0-44AA-A991-AE20AF26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继续修订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586B4-3C3D-40A8-B218-2FACD7D0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确认点是关键：用户保留对目标、范围和方案的控制，工具负责推进重复和复杂的执行环节。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223E9-86FE-4E1D-810C-B3DC20A7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0C413-27C8-4D1D-9DE0-84FE27A8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59099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14820-C3BD-4081-97B6-7974A204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先判断任务复杂度，再选择执行方式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D26AF-EC5C-4302-B35B-FD43AC64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CODEX、ReAct 和 Agent loop 的差异在于控制强度和可验证性。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98561-6803-4A24-95D2-5EE55C49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EFCCA-4D38-458C-9CB5-BBAEDD0B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F9012-7BE6-4916-A03C-814C5B36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C5B5A-442F-4AE5-A05F-01374C77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CODEX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8BB40-3883-4041-AFE3-B49CBB6B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一次性执行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BFFBC-7C91-41F7-AF14-C979A0BF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适合：简单生成、摘要、改写、轻量分析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305CF-F48C-4F3B-8683-76C541DF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选择信号：结果可直接人工看，或失败成本很低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8847C-DB2B-425E-A3D1-4CFAA902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16CD4-00FD-468D-A275-81C11D06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ReAct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C8C64-1FA2-4810-A18A-E3492165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按 spec 闭环执行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207BD-2ADF-40B4-85D8-5F4FE291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适合：生成测试、规范化文档、结构化产物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38E15-95F7-4A61-B6B9-5CD3853D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选择信号：需要 reason、act、observe、decide 提升规范遵循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CDCF2-354D-450D-A4BB-3B83C567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1B38F-48CB-4F29-B43E-95851DD9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Agent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1FFC2-E1CE-4FA1-942D-BD62392E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工程化多轮闭环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37CD0-C98D-458B-B692-19FF01C5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适合：复杂修复、候选改造、需要验证和接管的任务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DFDFD-53C0-4E60-ADB1-EAD1052D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选择信号：需要状态、artifact、verify、预算和人工等待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668A7-278C-4A46-A6B2-6AD60F8F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BF730-1F1D-4E97-9BB8-162D6989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5712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8CE5B-2D3A-4AFE-93E6-94F37ED4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ReAct 让 Codex 更好地按规范完成任务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40963-C4B8-4476-A5A7-A06D636F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把一次性执行拆成理解规范、执行、检查和决策。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A3332-6ADE-4658-96ED-8B6AB303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CD2CF-CF7A-421D-88CE-8D6E51CB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什么时候用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6C707-1073-4923-BB89-59166D6B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927A9-C336-4047-A2CA-DE18F6E5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任务有明确 spec、输出契约或验收标准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1BDF6-30AA-40C7-A512-FD27F604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E6066-3535-4507-BA4C-1EE4C213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希望 Codex 先理解规范，再执行生成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A6270-7ECE-450A-86A4-4B764DF3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C5AD2-4282-4748-BCEF-6842CA83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observe 专门检查产物是否满足 spec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68ACC-C9EA-48B0-AA24-46D70655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A09DF-A1A1-421F-A459-809859E6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decide 根据检查结果决定是否继续一轮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0AC17-D9AA-4010-8C2B-419F552C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适合生成测试、规范化文档、workflow 片段和结构化产物。简单确定性转换用 PY，长程工程修复用 AGENT_LOOP。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0E025-FBB0-498C-B3AF-391CD0F2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095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1C040-44B7-472C-83AD-7CDC3C92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475297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REACT generate_artifact MAX 3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SPEC "agents/spec.md"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REASON CODEX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PROMPT "agents/reason.md"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state.task.reason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ACT CODEX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PROMPT "agents/act.md"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OUTPUT_JSON ".lgwf/artifact.json" AS_FILE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state.task.act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OBSERVE CODEX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PROMPT "agents/observe.md"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CONTEXT workspace file ".lgwf/artifact.json"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state.task.observe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DECIDE 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SCRIPT "scripts/decide.py"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state.task.decision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UPDATES_STATE;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61555-09B4-4D65-B4A7-6FE6703C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C13C0-B818-434C-881E-439B4972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8126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63CA70-C3E0-4C1A-93A0-9B9E4DF6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Agent loop 让 Codex 按工程闭环推进复杂任务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C955E-701B-485A-9A96-FE16D88F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把复杂任务拆成观察、诊断、计划、执行、验证和决策。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6DBE0-4B4A-4D55-BCEA-4E11B1E6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593D6-4B12-42C9-ADE7-5ECE9E4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什么时候用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0FF11-401F-4EEE-B5B0-AF6B867F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72585-A221-4585-BC5F-FC1B867D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一个节点内要反复打磨同一类产物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54775-6079-44B4-83D4-7D528C34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461D4-FC2F-4305-9C4B-22D85365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每轮都有明确的检查标准和证据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48B94-6E65-4670-A206-E453F019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2EA09-F375-413E-904D-8E8957BB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执行结果必须先 verify 再决定下一步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A9F03-4CA2-4E5A-B9A0-E834E6AE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ECA56-6505-4C2C-B522-FFB8112B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无法继续时需要把状态交给人工判断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E48ED-9FA5-4E3D-82CB-00DFCEAF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例子：股票研究简报节点。每轮读取行情和公司材料，找分析缺口，补齐研究简报，再按披露、引用和风险清单验证。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7EDF7-1266-408E-837B-DDDB0708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0958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E18F3-D524-4801-90F3-FFA10DFA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752975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AGENT_LOOP build_stock_brief MAX_ITERATIONS 5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ARTIFACTS ".lgwf/loops/build_stock_brief"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STATUS state.stock.loop_status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REPORT state.stock.loop_report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ON_MAX wait_human ON_ERROR wait_human {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OBSERVE PY collect_stock_context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SCRIPT "scripts/collect_stock_context.py"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state.stock.observe;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DIAGNOSE CODEX find_research_gaps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"agents/diagnose.md"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state.stock.gaps;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PLAN CODEX plan_brief_updates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"agents/plan.md"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state.stock.plan;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ACT CODEX draft_stock_brief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"agents/apply.md"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state.stock.brief;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VERIFY WORKFLOW verify_stock_brief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WORKFLOW "verify_stock_brief.lgwf"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state.stock.verify;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DECIDE PY decide_stock_loop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SCRIPT "scripts/decide.py"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state.stock.decision;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};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D3AA9-A4BB-44E7-B5E5-6624CD1F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94ABD-06FA-427C-AA91-63B19A0C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33831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E2BAB6-86C7-4DF3-9A43-69FDB661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RUN_WORKFLOW 和 HANDOFF 是两种不同桥接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04553-B8E3-4D3B-A9D2-5E05F09B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一个自动执行下游 workflow，一个把下一步交给用户确认。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B4E55-969A-4D2B-894D-71298519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7DBF9-17DE-4DCA-B2B1-CF558612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E1099-B69D-4020-B32A-0E0D423D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RUN_WORKFLOW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129E8-F85D-47C6-B4BA-078F46E4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用于自动调用独立 child workflow。父 workflow 准备输入、等待 child 完成、消费结果。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F1438-0104-4536-BFE2-25475034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适合：上下游都是稳定 workflow，当前流程可以直接继续执行。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77373-AA92-4669-BAC5-01BA35AE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8F5F6-251D-4F32-A294-3BDCDBE1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3943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RUN_WORKFLOW wf_create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WORKFLOW "workflows/wf-create/wf/workflow.lgwf"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WORK_DIR "workflows/wf-create/ws"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INPUT state.convert.create_input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RESULT state.convert.create_result;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AFA48-E8B2-4979-9596-412A1C79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82C5F-344E-4EC1-AE80-ED757CFB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143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BCCCB-83A2-438C-94E5-A842F85D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HANDOFF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F9F5C-5D6B-4D35-BC4D-1844E9E1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用于把上下文和建议动作交给主 agent 或用户。它暴露 pending action，不自动继续跑。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9B422-D239-44AE-AF3A-B6A006C7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适合：下游动作需要用户确认，或只是建议进入下一条 workflow。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6F9FD-E8DC-4AB3-8C22-3D96929F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6C878-7AB6-49A0-A869-6DACC8E0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3943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HANDOFF handoff_wf_post_fix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CONTEXT state.create.post_fix_payload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PROMPT "handoff_wf_post_fix.md"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RESULT state.create.post_fix_handoff;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1E442-D9B8-4F84-8ECB-1D6C19BE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93C75-3E44-4484-AE59-891E206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86267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C4597A-3FDD-4EA1-960D-885F572E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常见任务可以直接这样说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7919A-2884-4649-B7D7-8F03DFB1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用户话术比内部术语更重要。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FB87A-0B4F-4686-8D20-6DF29859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04B12-C206-4445-895C-0FF437E7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66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创建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5B29D-E1A3-484F-856F-E5D4A166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0FED6-BB7D-428C-9AC1-8DFC1375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859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我想创建一个新的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BAEC6-8E49-45F1-99AE-EBCA9E57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AE0FD-115C-4509-93CE-D07B0203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765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611CB-BCCB-42DA-833D-A3F9C269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7652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E189B-17F1-4AFC-B4E3-E0D92CC2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98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这个 workflow 跑失败了，帮我修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8EAC7-09B1-4587-8CBA-3B72BACC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147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串联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50BD4-B7EC-4913-AE86-5C6B6D11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BF92F-227A-4459-82E2-D6C780AD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337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修完后帮我生成 E2E 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36AD0-F06E-4DF9-970C-9FF322ED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后处理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43902-24B4-467D-A52E-19E6CD6C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5A8DA-02CB-4975-8288-8BB6351D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5DF6A-68EA-49BB-82A0-16DA854C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576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帮我做一次 post-fix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1CFB8-0038-4669-ADD2-45CE3EB6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625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自优化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0789E-7ECA-4EF6-8419-C0F90455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482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BD947-68F3-4B7A-899D-8B783AAC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815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帮我做 self-improve 并生成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1F7B4-8A94-4CF4-A214-105DC9F1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A359FD-ABCF-4007-945D-37BC55FE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949408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8BDC3A-AF2C-4E37-B28A-79551841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5AF1F-0693-4F9A-96AA-A308639B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先初始化，再用自然语言发起第一个 workflow 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7CA6D-2928-442A-BDC7-31F9CDB9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627AB-A6DF-463A-85BC-07078756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/lgwf-wf-tools init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C51FC-AB90-48C2-9F73-CF537B23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4476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FBE5C-67F5-4AA6-BEFD-48A96A10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使用边界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27DB0-D4BD-44C7-A30B-D15190C1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DD3C0-6FBB-46DD-B87D-5A3C504C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80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不需要手动接触底层命令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701E4-211B-4BA5-9C4F-53503B0F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F35E0-45C0-43D2-BDB7-E4D23721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不需要先理解内部目录结构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98168-C135-4F0B-8A7D-A6E6029A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B146F-8055-4FBC-B3EB-29EC3F4B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需要维护时再进入 README、AGENTS、docs、tests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8B2BB-0D6B-4B4E-9CBA-F06FE85B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记住一句话：workflow 相关任务，先从 lgwf-wf-tools 入口进入。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92134-990A-4DBB-9105-AB4022A0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9A723-137F-4119-A8E7-B70E963A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49562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2026-07-04T02:27:29.8920000Z</dcterms:created>
  <dcterms:modified xsi:type="dcterms:W3CDTF">2026-07-04T02:27:29.8920000Z</dcterms:modified>
</coreProperties>
</file>