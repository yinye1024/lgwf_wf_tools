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0129f938864f21" /><Relationship Type="http://schemas.openxmlformats.org/officeDocument/2006/relationships/extended-properties" Target="/docProps/app.xml" Id="R0292579f0b334654" /><Relationship Type="http://schemas.openxmlformats.org/officeDocument/2006/relationships/officeDocument" Target="/ppt/presentation.xml" Id="R20670576ac63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1f8c4e9fb47fb"/>
  </p:sldMasterIdLst>
  <p:notesMasterIdLst>
    <p:notesMasterId xmlns:r="http://schemas.openxmlformats.org/officeDocument/2006/relationships" r:id="R4039554ce1c94850"/>
  </p:notesMasterIdLst>
  <p:sldIdLst>
    <p:sldId xmlns:r="http://schemas.openxmlformats.org/officeDocument/2006/relationships" id="256" r:id="Rcf7c45b95ad74dcb"/>
    <p:sldId xmlns:r="http://schemas.openxmlformats.org/officeDocument/2006/relationships" id="257" r:id="R7acc968c8737493f"/>
    <p:sldId xmlns:r="http://schemas.openxmlformats.org/officeDocument/2006/relationships" id="258" r:id="Reed71eadee214aa5"/>
    <p:sldId xmlns:r="http://schemas.openxmlformats.org/officeDocument/2006/relationships" id="259" r:id="R6817ec895dbb4488"/>
    <p:sldId xmlns:r="http://schemas.openxmlformats.org/officeDocument/2006/relationships" id="260" r:id="Re08b4ae9ea8440f6"/>
    <p:sldId xmlns:r="http://schemas.openxmlformats.org/officeDocument/2006/relationships" id="261" r:id="R739316aa022f4e99"/>
    <p:sldId xmlns:r="http://schemas.openxmlformats.org/officeDocument/2006/relationships" id="262" r:id="R6746e4c637da455f"/>
    <p:sldId xmlns:r="http://schemas.openxmlformats.org/officeDocument/2006/relationships" id="263" r:id="Red95aeb896ea4a9b"/>
    <p:sldId xmlns:r="http://schemas.openxmlformats.org/officeDocument/2006/relationships" id="264" r:id="R82da5ea725f34472"/>
    <p:sldId xmlns:r="http://schemas.openxmlformats.org/officeDocument/2006/relationships" id="265" r:id="R216f8af14d4d4e99"/>
    <p:sldId xmlns:r="http://schemas.openxmlformats.org/officeDocument/2006/relationships" id="266" r:id="Rf1a39b803f564d28"/>
    <p:sldId xmlns:r="http://schemas.openxmlformats.org/officeDocument/2006/relationships" id="267" r:id="Rcd301ee33e464f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fc49fc03744386" /><Relationship Type="http://schemas.openxmlformats.org/officeDocument/2006/relationships/slideMaster" Target="/ppt/slideMasters/slideMaster1.xml" Id="R4571f8c4e9fb47fb" /><Relationship Type="http://schemas.openxmlformats.org/officeDocument/2006/relationships/notesMaster" Target="/ppt/notesMasters/notesMaster1.xml" Id="R4039554ce1c94850" /><Relationship Type="http://schemas.openxmlformats.org/officeDocument/2006/relationships/presProps" Target="/ppt/presProps.xml" Id="R4398fb2907d14952" /><Relationship Type="http://schemas.openxmlformats.org/officeDocument/2006/relationships/tableStyles" Target="/ppt/tableStyles.xml" Id="R692ef5f16ebc4d7c" /><Relationship Type="http://schemas.openxmlformats.org/officeDocument/2006/relationships/slide" Target="/ppt/slides/slide1.xml" Id="Rcf7c45b95ad74dcb" /><Relationship Type="http://schemas.openxmlformats.org/officeDocument/2006/relationships/slide" Target="/ppt/slides/slide2.xml" Id="R7acc968c8737493f" /><Relationship Type="http://schemas.openxmlformats.org/officeDocument/2006/relationships/slide" Target="/ppt/slides/slide3.xml" Id="Reed71eadee214aa5" /><Relationship Type="http://schemas.openxmlformats.org/officeDocument/2006/relationships/slide" Target="/ppt/slides/slide4.xml" Id="R6817ec895dbb4488" /><Relationship Type="http://schemas.openxmlformats.org/officeDocument/2006/relationships/slide" Target="/ppt/slides/slide5.xml" Id="Re08b4ae9ea8440f6" /><Relationship Type="http://schemas.openxmlformats.org/officeDocument/2006/relationships/slide" Target="/ppt/slides/slide6.xml" Id="R739316aa022f4e99" /><Relationship Type="http://schemas.openxmlformats.org/officeDocument/2006/relationships/slide" Target="/ppt/slides/slide7.xml" Id="R6746e4c637da455f" /><Relationship Type="http://schemas.openxmlformats.org/officeDocument/2006/relationships/slide" Target="/ppt/slides/slide8.xml" Id="Red95aeb896ea4a9b" /><Relationship Type="http://schemas.openxmlformats.org/officeDocument/2006/relationships/slide" Target="/ppt/slides/slide9.xml" Id="R82da5ea725f34472" /><Relationship Type="http://schemas.openxmlformats.org/officeDocument/2006/relationships/slide" Target="/ppt/slides/slide10.xml" Id="R216f8af14d4d4e99" /><Relationship Type="http://schemas.openxmlformats.org/officeDocument/2006/relationships/slide" Target="/ppt/slides/slide11.xml" Id="Rf1a39b803f564d28" /><Relationship Type="http://schemas.openxmlformats.org/officeDocument/2006/relationships/slide" Target="/ppt/slides/slide12.xml" Id="Rcd301ee33e464f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dc8df0785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790b84e66c4f00" /><Relationship Type="http://schemas.openxmlformats.org/officeDocument/2006/relationships/notesMaster" Target="/ppt/notesMasters/notesMaster1.xml" Id="R661efa414a8240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049442ab144552" /><Relationship Type="http://schemas.openxmlformats.org/officeDocument/2006/relationships/notesMaster" Target="/ppt/notesMasters/notesMaster1.xml" Id="R938a7ca8fb3c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e396123764c52" /><Relationship Type="http://schemas.openxmlformats.org/officeDocument/2006/relationships/notesMaster" Target="/ppt/notesMasters/notesMaster1.xml" Id="Ra739382b6c0040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204521f1474d74" /><Relationship Type="http://schemas.openxmlformats.org/officeDocument/2006/relationships/notesMaster" Target="/ppt/notesMasters/notesMaster1.xml" Id="R44e21bf2c27247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b8ec4e90964349" /><Relationship Type="http://schemas.openxmlformats.org/officeDocument/2006/relationships/notesMaster" Target="/ppt/notesMasters/notesMaster1.xml" Id="Rb915f5aae462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9f610a39e248e8" /><Relationship Type="http://schemas.openxmlformats.org/officeDocument/2006/relationships/notesMaster" Target="/ppt/notesMasters/notesMaster1.xml" Id="R574a47cde77544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e191538f94404" /><Relationship Type="http://schemas.openxmlformats.org/officeDocument/2006/relationships/notesMaster" Target="/ppt/notesMasters/notesMaster1.xml" Id="Rafa3bd8ac7b241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c099b87ef146a2" /><Relationship Type="http://schemas.openxmlformats.org/officeDocument/2006/relationships/notesMaster" Target="/ppt/notesMasters/notesMaster1.xml" Id="R38d0bf2597b14b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e89a7db6cb4d5c" /><Relationship Type="http://schemas.openxmlformats.org/officeDocument/2006/relationships/notesMaster" Target="/ppt/notesMasters/notesMaster1.xml" Id="Rf61a7e43e0bd4a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de01305869403e" /><Relationship Type="http://schemas.openxmlformats.org/officeDocument/2006/relationships/notesMaster" Target="/ppt/notesMasters/notesMaster1.xml" Id="R89c2b007e11942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8b12ac1a8c4bb1" /><Relationship Type="http://schemas.openxmlformats.org/officeDocument/2006/relationships/notesMaster" Target="/ppt/notesMasters/notesMaster1.xml" Id="R1748c9599ae149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5bdd476cc3431e" /><Relationship Type="http://schemas.openxmlformats.org/officeDocument/2006/relationships/notesMaster" Target="/ppt/notesMasters/notesMaster1.xml" Id="R09f16263331246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4836112c542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b8e237964645e1" /><Relationship Type="http://schemas.openxmlformats.org/officeDocument/2006/relationships/slideLayout" Target="/ppt/slideLayouts/slideLayout1.xml" Id="R724abb214af946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4abb214af946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f0b044bf40a1" /><Relationship Type="http://schemas.openxmlformats.org/officeDocument/2006/relationships/notesSlide" Target="/ppt/notesSlides/notesSlide1.xml" Id="R898ad713d38040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abbdceb79484a" /><Relationship Type="http://schemas.openxmlformats.org/officeDocument/2006/relationships/notesSlide" Target="/ppt/notesSlides/notesSlide2.xml" Id="Rd066a5c1d33d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0a6288c484f4d" /><Relationship Type="http://schemas.openxmlformats.org/officeDocument/2006/relationships/notesSlide" Target="/ppt/notesSlides/notesSlide3.xml" Id="R2c28037ec0f5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d63d26b14428" /><Relationship Type="http://schemas.openxmlformats.org/officeDocument/2006/relationships/notesSlide" Target="/ppt/notesSlides/notesSlide4.xml" Id="R86035611265941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ba7cec544bf9" /><Relationship Type="http://schemas.openxmlformats.org/officeDocument/2006/relationships/notesSlide" Target="/ppt/notesSlides/notesSlide5.xml" Id="R098938a6257a48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45de567e746ba" /><Relationship Type="http://schemas.openxmlformats.org/officeDocument/2006/relationships/notesSlide" Target="/ppt/notesSlides/notesSlide6.xml" Id="R6407a24d93ae4a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66cef7f194306" /><Relationship Type="http://schemas.openxmlformats.org/officeDocument/2006/relationships/notesSlide" Target="/ppt/notesSlides/notesSlide7.xml" Id="Ref68bf3146b34a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c4c9619224566" /><Relationship Type="http://schemas.openxmlformats.org/officeDocument/2006/relationships/notesSlide" Target="/ppt/notesSlides/notesSlide8.xml" Id="Rb516c38643f347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b32f6193e4594" /><Relationship Type="http://schemas.openxmlformats.org/officeDocument/2006/relationships/notesSlide" Target="/ppt/notesSlides/notesSlide9.xml" Id="R21d40713c58444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2a3e3ad964373" /><Relationship Type="http://schemas.openxmlformats.org/officeDocument/2006/relationships/notesSlide" Target="/ppt/notesSlides/notesSlide10.xml" Id="Re170fd303b4a49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a1e67058a480c" /><Relationship Type="http://schemas.openxmlformats.org/officeDocument/2006/relationships/notesSlide" Target="/ppt/notesSlides/notesSlide11.xml" Id="Raabe3f395f3845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b0e05275b423a" /><Relationship Type="http://schemas.openxmlformats.org/officeDocument/2006/relationships/notesSlide" Target="/ppt/notesSlides/notesSlide12.xml" Id="R4c9ea2846256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BF628-0B94-4D73-AC02-2F48B56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LGWF Workflow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工具入口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C901F-5283-4F3E-98CC-C93F522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用 Codex 发起、串联和维护 workflow 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17DCA-5856-42F6-945D-F4FAB32D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4C80F-5FA3-4052-B428-566A59A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一个入口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2B655-F582-41B1-B9DB-35FCA91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描述目标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确认范围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7F96C-1A23-43DB-A3DF-41B3AC5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/lgwf-wf-tools init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3B2D3-BA5C-434D-83A9-CA767217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EF255-BAE3-4D60-B54A-59E7BBB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3845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08EDC-CBB6-477E-8AAD-1170B013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这套工具把 workflow 任务收进一个入口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21ED3-C27F-473F-AA93-F0D5ADA1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用户不需要先理解内部结构，只需要说明要完成的工作。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812E5-D043-40B3-9B08-5157601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1021-E7DC-436B-A2D6-5B611D9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86D8C-2C28-4EF7-BCC7-65D38E0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创建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5CD51-6E9F-4A68-A073-4DCD9FDE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从目标描述生成新的 workflow 初稿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140CD-8540-4772-A970-F110E04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D1361-CBC4-485B-833D-4D24E82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B3E8E-A1F0-476D-8394-F48EDC28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定位失败并推进修复与验证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D2D34-AFF8-46E2-A05F-76C069A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A1C8D-B54C-46B4-8064-CE906081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E2D89-0640-4234-927F-DEFBA43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启动已有 workflow 并跟进结果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101A7-1C73-4524-9500-88A3C60C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8E6B0-85AC-44F1-BAA7-3A5224D9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75F6B-E8D0-4064-89F8-D9D90FB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为 workflow 生成 E2E 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A883A-342E-44D4-9111-3C026B2E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10692-6256-472C-988A-DE937862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C19A3-81A8-4451-816E-88ECDBEE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处理 prompt 修复和后续升级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3ABA4-3FAF-41BA-BF4E-5440C6F5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8E3DD-8389-48D2-A40C-B7CA0749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自优化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FEF7D-285C-401F-A71E-7570CF3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沉淀问题、生成 proposal、做检查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C6CEC-9026-435F-BAD3-CC7F7790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1D4AD-9387-4909-8AE3-B7D67A3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893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1DBDB-D49A-455D-ABE2-3D916E9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用户只需要记住 lgwf-wf-tools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AAFA6-EFDB-41CD-A49D-2315276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它是发起 LGWF workflow 任务的常用入口。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69123-85AE-4EEF-B88C-B07723D3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25875-59F5-4BA8-A148-C8B8FBA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你描述目标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B6770-7D34-4D3D-85B8-51397576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例如创建、修复、运行、生成测试或做发布前检查。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98327-0D17-42DF-9C5A-D7ECFD27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8BAC8-D26D-4C3A-90A4-C1CF504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910D5-07D7-4436-B999-9E3936C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lgwf-wf-tools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C9B8-4D28-4D1A-A588-2472A08D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选择合适流程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请求必要确认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交付可检查结果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A3BD7-58AE-4C20-A99F-719EE60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E74DB-3EB8-46E6-BFA5-73DE6AB7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你确认和验收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094CD-06C1-4B68-960A-4A4EF5F1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工具执行过程中保留确认点，结果可继续修订。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D6D48-128F-49F6-81ED-5081CA44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242DE-877C-458F-8B06-E243A7FB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9410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8725DA-21AC-41B8-92B5-BC02D51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第一次使用只需要三步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DE2E8-3745-46FA-9AC2-B7BDE2D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初始化完成后，就可以用命令或自然语言发起任务。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3B595-819B-4B67-805E-B2A2C6C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6408F-D6F1-4481-8BBC-8AA18D36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63A7A-E14D-4B29-A63C-DE00DE18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安装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5CF38-7C79-4690-930D-EEC1E3F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把 lgwf-wf-tools 安装为 Codex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0DF0D-34A8-46FF-B4B1-345C2C3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6DD41-6F8D-484C-8B3D-121CCB7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95618-1120-4F1A-A7C8-4B353780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打开新 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420B4-FCCD-46E2-98ED-C809E39C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让 Codex 重新加载可用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40716-DF4D-4695-8A03-4F24DFA8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7C551-85DD-4D93-BF4E-371FB88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83E8A-E69C-4BFC-B788-30B7025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执行初始化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41757-4CC3-4175-ACA9-A8AD2BDB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输入 /lgwf-wf-tools init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E5093-5B91-4FB5-8F00-B42F8295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762A3-B0BD-4084-A648-8E55AFA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/lgwf-wf-tools init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BBD2E-BAFE-4F5B-90BF-2F7CE33D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6F061-B75A-4914-8627-A5D37C5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7745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296C8-36EC-4B05-93AC-5863659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日常任务可以用命令，也可以直接说目标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7EFB2-F66E-4D38-9681-D4D536D8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命令适合明确动作，自然语言适合描述业务意图。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542B3-4194-4776-AB8D-4B7D9B93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5450F-F5B3-4A0A-A7A5-5DCC0B98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13388-CE77-472A-BF61-114D4F9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常用命令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24E49-1E8D-43B8-86B2-C749056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39E79-93F4-4B07-8926-5A8FACA5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CD7EB-473F-4018-9419-6EA24FDE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8AEE3-3EF1-4544-972D-F8FE2CB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09E1E-6D74-4403-BEF6-8F5067E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E772A-6221-4C7D-ACD0-1EEC9F8B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25E4E-F577-4662-B2BE-3A3B5954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331EF-64B9-43DB-97AC-C7246356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run &lt;path&gt;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B7E5C-F1C8-4D99-98AA-6F23AF0F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08537-4839-4E35-9390-E3925CDF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self-improve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A1E32-FAD6-4A0A-88B0-B4F04B9E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7404C-F3BD-4B80-A263-A0B9E11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6ECE8-C88C-4CBE-A820-B26049D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自然语言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A71D0-29E8-4F17-B627-84946B4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74CAA-8478-4C95-9945-B70EF53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帮我创建一个新的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163B9-3F43-48D3-ADDF-3605C0E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1A916-0603-401F-AEE6-FF6C7483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C61C4-F794-455F-9DC1-0D775244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3B581-25E6-458F-B10D-8F8964E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AABDE-4AEC-465B-ACBF-7260DB0E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F882F-746F-4188-9646-1F153C2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帮我做一次发布前检查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763E2-F4AF-4708-B1DE-94AC7AE5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0319C-C179-4747-B4E6-16BE2062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8156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DFCD66-7F7B-4B98-A9B6-F5311B3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标准流程是目标、确认、执行和修订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3F702-E6F3-4329-B76B-0CCC603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工具会把开放式请求收束成可确认、可交付的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80170-7E0F-4DD8-BA8D-1150CAE7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E566B-77C1-46E6-8C25-C6A02ACB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CD18A-6CEC-40E0-9C27-B796556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提出目标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3BDB6-972C-448E-A5A8-8135FC70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CA372-ECD7-4CB7-980E-EFFBD9B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ADA6A-87F6-47F2-A8D3-22F4870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识别任务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F1FCD-B41E-44F1-8797-46021867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129FB-D615-4DA2-8DAD-E3B43AC9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C9359-D468-4F28-9239-82CCF0C2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确认范围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EA258-CEAA-444E-91D5-7033A780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B93F2-8796-47F9-A4A9-AF1CFE7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64407-BC59-4EC5-BA18-FFD9495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执行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00B77-CEED-440F-8DEC-3C91E05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F2BB2-60D5-44BE-B494-C4A93AE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D5AE8-7702-46DE-80C3-CBA08E2B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E66CD-7202-4148-8C0B-6A08E56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4633C-F9E2-44BD-BA81-ABCCE340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007A2-BBC1-48BE-8A73-C3166C0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继续修订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1FC61-1E56-45F3-891F-2481FF2A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确认点是关键：用户保留对目标、范围和方案的控制，工具负责推进重复和复杂的执行环节。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D141F-3C9A-46AF-9B36-7B6041AA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01A0B-568B-4B5B-BEFB-2E439D3F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5710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9C977-5649-4419-8379-307CDCAC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先判断任务复杂度，再选择执行方式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44CF8-2271-4505-9B14-BC35AC01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CODEX、ReAct 和 Agent loop 的差异在于控制强度和可验证性。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26306-93AE-4AAC-BDF5-5F6BDC76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24788-B546-4FF0-B29F-3999D19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597D-20F9-4803-BA83-412D885B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567D3-745A-41F6-811B-712A9A06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98648-8B2C-44D1-9A93-D47C35ED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一次性执行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2D564-57D2-48F3-872A-365BCB0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适合：简单生成、摘要、改写、轻量分析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F43B6-3850-44C0-9730-78E5CBDA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选择信号：结果可直接人工看，或失败成本很低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AAE17-B7F0-4E17-A6CC-29A332E6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9F0AE-5C81-4282-A7A1-2685CE3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0FBD9-0ED0-4FB5-AEAB-4311D7C3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按 spec 闭环执行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7ACE3-A3AD-4E92-8D3D-468C2EC6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适合：生成测试、规范化文档、结构化产物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5C077-C11E-4C44-90C9-6935D8CD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 reason、act、observe、decide 提升规范遵循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3786D-983F-4A02-82BF-9A3EBB4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31FFD-F4F4-4E46-9B7E-3C0E34B6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Agent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024C6-CE04-4292-8E36-B089FEF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工程化多轮闭环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497E7-F2E5-4EF0-8C7F-C1DD307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适合：复杂修复、候选改造、需要验证和接管的任务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714A3-6BF7-4BC7-B593-56BBA81C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选择信号：需要状态、artifact、verify、预算和人工等待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54C05-90AD-45DB-A9FA-1C0AA59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5A20B-ED50-47C8-A593-C6905246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30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DCB6F-FA72-4500-B12A-69A0E02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ReAct 让 Codex 更好地按规范完成任务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E7C7-BA7A-4C75-9CB9-6E446F23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把一次性执行拆成理解规范、执行、检查和决策。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7614-1374-4F4C-88B4-73F2629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EC9D4-98CC-4366-8E0E-E074390D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ECC9F-2354-439A-94E7-97EC92B5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564E2-E0B7-4720-BAD9-B652F1B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任务有明确 spec、输出契约或验收标准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F7ED6-810F-4BD7-9CE6-0A221389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9BE32-E0E4-405D-BF19-61AE9220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希望 Codex 先理解规范，再执行生成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94039-1182-4FF8-B08D-31626C9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020B8-C459-44DB-8E27-6B653795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observe 专门检查产物是否满足 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8E2C7-446A-4089-9D52-239D7D2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5866B-3D41-4579-A9BB-CCB3438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decide 根据检查结果决定是否继续一轮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D95DF-27CA-4373-8F44-CE379296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适合生成测试、规范化文档、workflow 片段和结构化产物。简单确定性转换用 PY，长程工程修复用 AGENT_LOOP。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6A941-108D-47C9-A826-56B39E3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414A2-3A27-46F6-A2EA-1C4FA2FB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75297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REACT generate_artifact MAX 3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SPEC "agents/spec.md"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REASON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"agents/reason.md"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state.task.reason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ACT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"agents/act.md"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OUTPUT_JSON ".lgwf/artifact.json" AS_FILE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state.task.act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OBSERVE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"agents/observe.md"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workspace file ".lgwf/artifact.json"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state.task.observe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DECIDE 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SCRIPT "scripts/decide.py"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state.task.decision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UPDATES_STATE;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4318B-8D78-4764-92EC-C672AB43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DAE30-70DE-4D3D-A2F4-5C95E17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7107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BEE36-AE32-4959-A613-8D5BC224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Agent loop 让 Codex 按工程闭环推进复杂任务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B29C9-6A40-4D56-B281-8B2635F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把复杂任务拆成观察、诊断、计划、执行、验证和决策。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4E1D2-1A2C-49DD-91B3-B0AEC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2C0BC-2155-47CE-A3E8-6BA8E26B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4BF12-C5D5-4D93-AF14-C9C82F0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02F91-B170-408F-9609-5B718FF6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任务需要多轮按工程规范推进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9B746-22D8-4666-9D71-416653C3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9074B-694D-4AAE-B478-79911948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每轮都要保留状态、证据和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03251-51A3-435A-95E2-E68D6F10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239A5-1E31-4891-8302-68B102A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执行结果必须经过 verify 再进入决定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DD094-34F6-449E-AAD6-E5AF27C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C1DCE-1521-41C8-996C-2908E8F5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达到上限、出错或证据不足时等待人工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74667-1A11-46F4-A36D-0981EDFC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适合 workflow 修复、复杂改造和需要候选验证的任务。它比 ReAct 更重，强调可追溯、可验证和可接管。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215B4-2DFA-4E81-9773-008F7709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095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26C91-D891-494A-ABF6-415763A1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52975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AGENT_LOOP execute_task MAX_ITERATIONS 5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ARTIFACTS ".lgwf/loops/execute_task"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STATUS state.task.loop_status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REPORT state.task.loop_report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ON_MAX wait_human ON_ERROR wait_human {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OBSERVE PY observe_context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"scripts/observe.py"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state.task.observe;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DIAGNOSE CODEX diagnose_task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"agents/diagnose.md"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state.task.diagnosis;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PLAN CODEX plan_next_action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"agents/plan.md"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state.task.plan;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ACT CODEX apply_plan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"agents/apply.md"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state.task.apply;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VERIFY WORKFLOW verify_result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WORKFLOW "verify_result.lgwf"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state.task.verify;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DECIDE PY decide_loop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"scripts/decide.py"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state.task.decision;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};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7B59D-9841-4703-BDC6-58728DD1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7098B-194B-4BDE-95D5-685624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5992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4C161-5674-4DCB-B937-BE011B7A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RUN_WORKFLOW 和 HANDOFF 是两种不同桥接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F8E50-8B3A-4FD5-9312-425AA79B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一个自动执行下游 workflow，一个把下一步交给用户确认。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33E92-8903-4715-85D4-EE965A3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B4DC3-D6A0-4C47-80B6-1EF0E24D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288FE-6C7F-40A3-B4D2-E42FC4FA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RUN_WORKFLOW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7ABCA-7506-4574-8EDB-4888F967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用于自动调用独立 child workflow。父 workflow 准备输入、等待 child 完成、消费结果。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C476B-B204-4945-BB61-73169F44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适合：上下游都是稳定 workflow，当前流程可以直接继续执行。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B87D8-9233-4BD7-B652-A375F875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266A4-CBE8-437B-AEC6-69827F1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RUN_WORKFLOW wf_create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WORKFLOW "workflows/wf-create/wf/workflow.lgwf"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WORK_DIR "workflows/wf-create/ws"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INPUT state.convert.create_input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state.convert.create_result;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94FAD-5B1F-46F7-A0D0-5596E12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E2449-F2F0-409A-BF01-CC8C65FF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A2840-7A10-49E7-9453-025C92D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90192-BA36-488F-9FA6-565FE71D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用于把上下文和建议动作交给主 agent 或用户。它暴露 pending action，不自动继续跑。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8694E-A1F5-4442-B05B-69330670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适合：下游动作需要用户确认，或只是建议进入下一条 workflow。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8F6E0-6867-4D77-8FBD-F3C9554E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88500-45EF-40F4-974D-3346DC06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HANDOFF handoff_wf_post_fix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CONTEXT state.create.post_fix_payload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PROMPT "handoff_wf_post_fix.md"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state.create.post_fix_handoff;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3FF8F-3097-4776-BFF7-B20F8C7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CD41B-E1F2-4323-8BCB-638AF13D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61822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B7CEA-02C8-4E35-A8E9-E25EAE06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常见任务可以直接这样说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A81EE-9B24-4B58-976F-A9DA9FAE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用户话术比内部术语更重要。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6EF33-9463-4AA4-B4A9-DB8D8C1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30546-EE77-448B-8447-05FFEF2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创建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26933-7223-4E01-B8CB-534A6885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B81D8-F474-4E54-9329-B688434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我想创建一个新的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9FC3A-8B23-4540-9F50-38E38DBD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3D641-0ED8-401C-87E5-73FDF05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419F9-94B6-4B95-9657-9121E879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080A8-6C4B-4F17-9379-3939E1EE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78AA5-6E2E-4D6B-AD3A-96BCC16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串联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58AAF-A81C-4A31-9726-114449B7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4DE24-0381-4D88-9FFF-AD5C893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8BDD4-915E-455A-A38E-F75B6CA0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后处理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32BEA-7E6B-46F9-98F3-C61B25B6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62D4D-2064-4121-BFDF-A98E81E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F81D7-7BF4-42DF-B7CD-570D7199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 post-fix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74798-16FE-41CC-AD4A-EF7F473E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自优化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5C048-E974-4549-ADC8-E0BEEB10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290D7-06AF-4DA2-9905-4A15346E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815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 self-improve 并生成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48F7B-8616-4C0A-9FBD-21F8EEE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1F4AB-8AD7-454C-A4A1-BFC82664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00901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7FB75-DB97-46DF-9D3F-6A0FAA17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9EC62-2EA4-4153-B11A-84393765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先初始化，再用自然语言发起第一个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8A02D-1992-4E40-859C-6837BA8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5CBB5-7FFC-43A2-B610-54AD4B6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/lgwf-wf-tools init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B6CAA-FA3D-454F-976E-58C76554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A9E12-0D6B-4C20-8D5D-4028B632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使用边界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56F9B-87E2-40F8-99A0-BB0B8F04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87C3D-1244-447D-86BA-F5DAC44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不需要手动接触底层命令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24CCB-0540-43ED-B193-B8BBBCA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DB96D-E92E-40C2-A561-D72A2EC7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不需要先理解内部目录结构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9A88D-AEA7-4EEB-BF05-C794E34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273C0-4572-4AF4-AF2C-3485F91F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需要维护时再进入 README、AGENTS、docs、tests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83C68-4A22-4E0F-A4F6-FEA0227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记住一句话：workflow 相关任务，先从 lgwf-wf-tools 入口进入。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1095B-2C41-4D95-9E73-043F1FD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42D03-3935-413B-9C34-D489CEB6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20147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2026-07-04T02:02:16.0530000Z</dcterms:created>
  <dcterms:modified xsi:type="dcterms:W3CDTF">2026-07-04T02:02:16.0530000Z</dcterms:modified>
</coreProperties>
</file>